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HR Analytics: Employee Attrition Prediction</a:t>
            </a:r>
          </a:p>
          <a:p>
            <a:pPr>
              <a:spcBef>
                <a:spcPts val="1200"/>
              </a:spcBef>
              <a:defRPr sz="2000">
                <a:solidFill>
                  <a:srgbClr val="009688"/>
                </a:solidFill>
                <a:latin typeface="Helvetica"/>
              </a:defRPr>
            </a:pPr>
            <a:r>
              <a:t>Predicting Employee Retention Using Machine Learning &amp; Streamlit</a:t>
            </a:r>
          </a:p>
          <a:p>
            <a:br/>
            <a:pPr>
              <a:spcBef>
                <a:spcPts val="2400"/>
              </a:spcBef>
              <a:defRPr sz="1400">
                <a:solidFill>
                  <a:srgbClr val="F5F7FA"/>
                </a:solidFill>
                <a:latin typeface="Helvetica"/>
              </a:defRPr>
            </a:pPr>
            <a:r>
              <a:t>Presented by: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Helvetica"/>
              </a:defRPr>
            </a:pPr>
            <a:r>
              <a:t>1. Executive Summary</a:t>
            </a:r>
          </a:p>
          <a:p>
            <a:pPr>
              <a:spcBef>
                <a:spcPts val="800"/>
              </a:spcBef>
              <a:defRPr sz="1600">
                <a:solidFill>
                  <a:srgbClr val="009688"/>
                </a:solidFill>
                <a:latin typeface="Helvetica"/>
              </a:defRPr>
            </a:pPr>
            <a:r>
              <a:t>Overview of the project goal and key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Objective: Build a predictive tool to help HR teams identify high-risk employees proactively.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Business Goal: Reduce employee replacement costs, loss of institutional knowledge, and disruption.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Deliverable: An interactive Streamlit Web App powered by a Random Forest Classifier.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Impact: Enables data-driven retention strategies rather than reactive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Helvetica"/>
              </a:defRPr>
            </a:pPr>
            <a:r>
              <a:t>2. The Business Problem</a:t>
            </a:r>
          </a:p>
          <a:p>
            <a:pPr>
              <a:spcBef>
                <a:spcPts val="800"/>
              </a:spcBef>
              <a:defRPr sz="1600">
                <a:solidFill>
                  <a:srgbClr val="009688"/>
                </a:solidFill>
                <a:latin typeface="Helvetica"/>
              </a:defRPr>
            </a:pPr>
            <a:r>
              <a:t>Why employee attrition is a major organizational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High Financial Cost: Replacing an employee costs roughly 1.5x to 2x of their annual salary.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Operational Disruption: Projects get delayed and team morale takes a hit during transition periods.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Lost Knowledge: Institutional knowledge and client relationships are hard to replace instantly.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Solution: Modern HR management requires transitioning from 'reactive exit interviews' to 'predictive analytics'.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Helvetica"/>
              </a:defRPr>
            </a:pPr>
            <a:r>
              <a:t>3. Dataset Overview</a:t>
            </a:r>
          </a:p>
          <a:p>
            <a:pPr>
              <a:spcBef>
                <a:spcPts val="800"/>
              </a:spcBef>
              <a:defRPr sz="1600">
                <a:solidFill>
                  <a:srgbClr val="009688"/>
                </a:solidFill>
                <a:latin typeface="Helvetica"/>
              </a:defRPr>
            </a:pPr>
            <a:r>
              <a:t>Understanding the core data used for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Source: Standard IBM HR Analytics Dataset containing 1,470 records and 35 employee attributes.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Class Imbalance: 1,233 employees stayed (Active) while 237 employees left (Attrited).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Target Variable: Attrition (Yes / No).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Key Dimensions: Demographics, satisfaction metrics, income details, and career growth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Helvetica"/>
              </a:defRPr>
            </a:pPr>
            <a:r>
              <a:t>4. Feature Engineering &amp; Selection</a:t>
            </a:r>
          </a:p>
          <a:p>
            <a:pPr>
              <a:spcBef>
                <a:spcPts val="800"/>
              </a:spcBef>
              <a:defRPr sz="1600">
                <a:solidFill>
                  <a:srgbClr val="009688"/>
                </a:solidFill>
                <a:latin typeface="Helvetica"/>
              </a:defRPr>
            </a:pPr>
            <a:r>
              <a:t>Top 10 features selected for prediction accuracy and clean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Demographics &amp; Distance: Age of the employee, and Distance From Home (in km).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Financials &amp; Experience: Monthly Income, Total Working Years, and Years at Company.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Work Environment &amp; Balance: OverTime status (Yes/No), and Work Life Balance score (1-4).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Survey Scores: Job Satisfaction, Environment Satisfaction, and Job Involvement (all rated 1 to 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Helvetica"/>
              </a:defRPr>
            </a:pPr>
            <a:r>
              <a:t>5. Key Insights from EDA</a:t>
            </a:r>
          </a:p>
          <a:p>
            <a:pPr>
              <a:spcBef>
                <a:spcPts val="800"/>
              </a:spcBef>
              <a:defRPr sz="1600">
                <a:solidFill>
                  <a:srgbClr val="009688"/>
                </a:solidFill>
                <a:latin typeface="Helvetica"/>
              </a:defRPr>
            </a:pPr>
            <a:r>
              <a:t>What does the data tell us about why employees leave?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OverTime Impact: Employees working overtime show a significantly higher rate of attrition.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Income Threshold: Low monthly income ranges correspond to the highest attrition rates.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Tenure &amp; Stability: Employees with less than 2-3 years at the company are most vulnerable to leaving.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Work Environment: Low survey scores (1 and 2) on job and environment satisfaction correlate heavily with exits.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Helvetica"/>
              </a:defRPr>
            </a:pPr>
            <a:r>
              <a:t>6. Machine Learning Model</a:t>
            </a:r>
          </a:p>
          <a:p>
            <a:pPr>
              <a:spcBef>
                <a:spcPts val="800"/>
              </a:spcBef>
              <a:defRPr sz="1600">
                <a:solidFill>
                  <a:srgbClr val="009688"/>
                </a:solidFill>
                <a:latin typeface="Helvetica"/>
              </a:defRPr>
            </a:pPr>
            <a:r>
              <a:t>Algorithm selection and model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Selected Model: Random Forest Classifier.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Why Random Forest?: Handles non-linear relations, handles class imbalances well, and provides feature importance.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Serialization: Model trained and saved as 'employee_attrition_model.pkl' using Joblib.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Inputs &amp; Outputs: Accepts 10 feature values and returns predicted status (Stay/Leave) with confidence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Helvetica"/>
              </a:defRPr>
            </a:pPr>
            <a:r>
              <a:t>7. Streamlit Web App Interface</a:t>
            </a:r>
          </a:p>
          <a:p>
            <a:pPr>
              <a:spcBef>
                <a:spcPts val="800"/>
              </a:spcBef>
              <a:defRPr sz="1600">
                <a:solidFill>
                  <a:srgbClr val="009688"/>
                </a:solidFill>
                <a:latin typeface="Helvetica"/>
              </a:defRPr>
            </a:pPr>
            <a:r>
              <a:t>Creating a premium, user-friendly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Clean UX: Replaced confusing duplicate slider/numeric inputs with clean, aligned sliders.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Dynamic Inputs: Aligned side-by-side columns for demographics, financial parameters, and experience details.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Visual Summary: Uses Streamlit's native st.metric cards to showcase inputs.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Real-Time Prediction: Provides dynamic green/red status alerts with probability confidence instantly.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Helvetica"/>
              </a:defRPr>
            </a:pPr>
            <a:r>
              <a:t>8. System Architecture &amp; Tech Stack</a:t>
            </a:r>
          </a:p>
          <a:p>
            <a:pPr>
              <a:spcBef>
                <a:spcPts val="800"/>
              </a:spcBef>
              <a:defRPr sz="1600">
                <a:solidFill>
                  <a:srgbClr val="009688"/>
                </a:solidFill>
                <a:latin typeface="Helvetica"/>
              </a:defRPr>
            </a:pPr>
            <a:r>
              <a:t>The technology ecosystem behind the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Frontend framework: Streamlit (Rapid web development, responsive sidebar layout).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Machine Learning: Python, Scikit-Learn, Joblib (Model loading &amp; prediction pipeline).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Data Manipulation: Pandas and NumPy (Formulating standard prediction dataframes).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Deployment: Ready for Streamlit Cloud via clean requirements.txt and GitHub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Helvetica"/>
              </a:defRPr>
            </a:pPr>
            <a:r>
              <a:t>9. Business Action Plan</a:t>
            </a:r>
          </a:p>
          <a:p>
            <a:pPr>
              <a:spcBef>
                <a:spcPts val="800"/>
              </a:spcBef>
              <a:defRPr sz="1600">
                <a:solidFill>
                  <a:srgbClr val="009688"/>
                </a:solidFill>
                <a:latin typeface="Helvetica"/>
              </a:defRPr>
            </a:pPr>
            <a:r>
              <a:t>How HR teams can leverage this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Early Alerts: Identify employees with high prediction scores (&gt;70% leave probability).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Targeted Interventions: Offer flexible policies for employees with high overtime and low work-life scores.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Compensational Adjustments: Compare monthly income predictions against industry standards to prevent exit.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Proactive Dialogues: Engage early before the employee makes a final decision.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Helvetica"/>
              </a:defRPr>
            </a:pPr>
            <a:r>
              <a:t>10. Project Summary &amp; Next Steps</a:t>
            </a:r>
          </a:p>
          <a:p>
            <a:pPr>
              <a:spcBef>
                <a:spcPts val="800"/>
              </a:spcBef>
              <a:defRPr sz="1600">
                <a:solidFill>
                  <a:srgbClr val="009688"/>
                </a:solidFill>
                <a:latin typeface="Helvetica"/>
              </a:defRPr>
            </a:pPr>
            <a:r>
              <a:t>Summary of achievements and future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Deployed App: Streamlit application pushed to GitHub repository, ready to go live on Streamlit Cloud.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Functional MVP: Users can enter 10 key metrics to get a highly accurate prediction instantenously.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Future Scope: Integrate deep learning models, sentiment analysis from feedback logs, and automated email alerts.</a:t>
            </a:r>
          </a:p>
          <a:p>
            <a:pPr>
              <a:spcAft>
                <a:spcPts val="20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 Conclusion: Transitioning HR to data-driven decision-making improves talent retention by up to 20%.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